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deck for newly designated liaisons. Owner: Marisol Grant, Publications Help Desk. Companion documents: GPO-PHD-001 through GPO-PHD-008.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Liaisons are designated in writing by the agency publishing officer. Only designated liaisons receive portal accounts. Members of the public are not served by the help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Accounts are created within 3 business days of a valid designation. Removed liaisons are disabled the same business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 everyone through the PHD Service Portal. The help desk routes your ticket; you do not need to know who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procedure: GPO-PHD-002. The turnaround clock starts on the business day after proof approval, not at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Authoritative turnaround by product family: Turnaround Matrix in GPO-PHD-006. Same day service is not offered.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match GPO-PHD-002 v5.2 and the Fee Schedule v4.2.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B of GPO-PHD-002 is the full print ready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 list RC-01 through RC-12 with fixes is in GPO-PHD-002,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and testing methods: GPO-PHD-003. Accessibility Specialist: Theo Lindqvist.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SLA, escalation tiers, and clock stop rules: GPO-PHD-005.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Operating Manual, GPO-PHD-001, is the entry point to the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Liaison Onboarding Briefing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newly designated agency publishing liaison needs to know in the first week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Government Publishing Office  |  Publications Help Desk  |  GPO-PHD-007  |  Version 2.0  |  Effective October 1,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sample. All names, contacts, prices, and timelines are fictional and were created for a Microsoft Copilot Studio demonstration.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publishing liaison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authorized voice of your agency for publishing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325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Publishing Service Requests (PSRs) in the PHD Service Portal on behalf of your agency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84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9842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cost estimates and proofs in the portal. Proof approval starts the production clock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42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26426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electronically released files pass the Section 508 checklist, or order remediation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009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3009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funds against the agency billing codes your publishing officer has assigned to you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59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9593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single contact the help desk calls when a job needs a decision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week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designation to your first submitted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4980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544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publishing officer emails pubhelpdesk@gpo.gov naming you and your billing codes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5544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business days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account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23774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 desk creates your PHD Service Portal account and sends this briefing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51376" y="15544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4176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to 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94176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call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94176" y="23774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with a help desk specialist: portal tour, PSR walkthrough, questions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24144" y="15544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6944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to 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channel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3774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Publications Help Desk team, Liaison Questions channel, for quick clarifications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96912" y="1554480"/>
            <a:ext cx="274320" cy="274320"/>
          </a:xfrm>
          <a:prstGeom prst="ellipse">
            <a:avLst/>
          </a:prstGeom>
          <a:solidFill>
            <a:srgbClr val="C810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9712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PSR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23774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first request with a specialist on standby to review it before you select Submit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help desk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 which kind of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Marisol Grant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Supervisor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391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reviews, designations, billing code authorization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463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Okafor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Lead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0391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estimates, scheduling, rush approval, Tier 2 escalation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Lindqvist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Specialist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0391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checklist, remediation estimates, conformance reports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Renee Castellanos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Publishing Intake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730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publications, metadata, file validation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154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Harold Bemis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Standards Lead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730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Quick Reference, GPO Style Manual questions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Venkataraman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Director, Customer Services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37307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escalation, service reviews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job flows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from submission to delivery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PSR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review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18488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day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15768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25496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25496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business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22776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32504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32504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proof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32504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business days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9784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9512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approval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clock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36792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days standard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43800" y="2212848"/>
            <a:ext cx="128016" cy="237744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53528" y="18288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53528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or release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53528" y="2395728"/>
            <a:ext cx="1097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recorded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backward from the date you need the product in hand. A typical booklet on standard service takes 17 to 20 business days from submission to delivery. Rush shortens only the production stage.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 exclude Saturdays, Sundays, and Federal holidays.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service levels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 the PSR; rush is subject to Production Planning approval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surcharge. All products. Cards, postcards, and newsletters are 7; digital only is 5; specialty is 12 to 15.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5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65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percent surcharge on unit price and setup fee. All products except labels, tabs, and binders.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percent surcharge. Rush eligible products only. Next business day for digital only files under 100 pages. Not available for labels, tabs, binders, or carbonless forms.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you will quote most often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17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 for completeness review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25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417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 to a cost estimate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417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 to the first PDF 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175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108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an estimate stays valid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0175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108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round included; 75 dollars each after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0175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108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minimum for offset; digital has none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select Submit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that prevents a returned PSR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ready PDF: trim size plus 0.125 inch bleed, fonts embedded, images at 300 pixels per inch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pages in reading order; no printer spreads; no marks inside the trim area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checklist completed, or remediation requested, for any electronic release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date entered with its reason; say so if the date is Congressional, statutory, or a public commitment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billing code that you are authorized to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contact who can approve proofs when you are unavailable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at or above 50 for offset, or select digital printing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named AGENCYCODE_ShortTitle_vN.pdf and under 100 MB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most common return reasons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return restarts the 1 business day completeness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71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blank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933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RC-06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9933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not embedded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151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RC-08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6151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attestation missing for electronic release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369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2369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code missing or not authorized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RC-11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8587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below the offset minimum of 50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in one slide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applies to every publication released electronically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4356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or remediate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0136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PSR with electronic release needs a Section 508 attestation or a remediation request. Print only products may select Not applicable.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14356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80136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4.5 to 1 for normal text and 3 to 1 for large text, including text over tinted boxes and photographs.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99632" y="14356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80136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PDF, real headings, document title and language set, reading order verified, tables with header cells.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" y="31272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49300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document of more than 20 pages, mapped to the major headings.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10712" y="31272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text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349300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image describes its purpose. Never begin with image of. Decorative images are artifacts.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99632" y="31272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service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493008"/>
            <a:ext cx="22768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dollars and 50 cents per page for a tagged PDF; conformance report 210 dollars; 5 business days up to 100 pages.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help and how fast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assigned by business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27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at risk or production stopped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hours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8A4B00"/>
          </a:solidFill>
          <a:ln w="12700">
            <a:solidFill>
              <a:srgbClr val="8A4B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084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blocked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084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business hours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084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day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420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request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hours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days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999232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999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2999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day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days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1792" y="372160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contact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4087368"/>
            <a:ext cx="3694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to Friday, 7:30 a.m. to 5:00 p.m. Eastern, excluding Federal holidays. Portal first; pubhelpdesk@gpo.gov; (202) 555-0147.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828032" y="372160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hours, P1 only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28032" y="4087368"/>
            <a:ext cx="36941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after-hours production line at (202) 555-0192, quote your PSR number, then submit a Deadline risk ticket.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knowledge library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documents, one help desk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Manual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Submission Procedure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508 Checklist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Escalation Matrix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Catalog and Fee Schedule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Quick Reference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live in the Publications Help Desk knowledge library on the GPO intranet. Printed copies are uncontrolled.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GPO-PHD-007  |  New Liaison Onboarding Briefing  |  FY 2026 edition  |  Training sample, fictional content  |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PSR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portal from the GPO intranet, Customer Services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PSR and stop before Submit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the Liaison Questions channel; a specialist reviews it live with you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Submit, note your PSR and ticket numbers, and watch for the completeness review within 1 business day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pubhelpdesk@gpo.gov  |  (202) 555-0147  |  Monday to Friday, 7:30 a.m. to 5:00 p.m. Eastern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GPO-PHD-007 New Liaison Onboarding Briefing</dc:title>
  <dc:subject>PptxGenJS Presentation</dc:subject>
  <dc:creator>GPO Publications Help Desk</dc:creator>
  <cp:lastModifiedBy>GPO Publications Help Desk</cp:lastModifiedBy>
  <cp:revision>1</cp:revision>
  <dcterms:created xsi:type="dcterms:W3CDTF">2026-09-29T18:00:27Z</dcterms:created>
  <dcterms:modified xsi:type="dcterms:W3CDTF">2026-09-29T18:00:27Z</dcterms:modified>
</cp:coreProperties>
</file>